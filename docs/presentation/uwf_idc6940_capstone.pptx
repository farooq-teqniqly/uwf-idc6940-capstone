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156" autoAdjust="0"/>
  </p:normalViewPr>
  <p:slideViewPr>
    <p:cSldViewPr snapToGrid="0" snapToObjects="1">
      <p:cViewPr varScale="1">
        <p:scale>
          <a:sx n="114" d="100"/>
          <a:sy n="114" d="100"/>
        </p:scale>
        <p:origin x="31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2" d="100"/>
          <a:sy n="122" d="100"/>
        </p:scale>
        <p:origin x="5004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13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</Words>
  <Application>Microsoft Office PowerPoint</Application>
  <PresentationFormat>On-screen Show (4:3)</PresentationFormat>
  <Paragraphs>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ARIMA and LSTM for Short-Term Forecasting of Daily Average Uber Trip Duration in NYC</dc:title>
  <dc:subject>PptxGenJS Presentation</dc:subject>
  <dc:creator>Created by Marp</dc:creator>
  <cp:lastModifiedBy>Farooq Mahmud</cp:lastModifiedBy>
  <cp:revision>2</cp:revision>
  <dcterms:created xsi:type="dcterms:W3CDTF">2026-03-14T17:49:17Z</dcterms:created>
  <dcterms:modified xsi:type="dcterms:W3CDTF">2026-03-14T17:51:25Z</dcterms:modified>
</cp:coreProperties>
</file>