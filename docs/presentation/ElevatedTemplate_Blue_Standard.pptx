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62" r:id="rId3"/>
    <p:sldMasterId id="2147483684" r:id="rId4"/>
    <p:sldMasterId id="2147483676" r:id="rId5"/>
  </p:sldMasterIdLst>
  <p:notesMasterIdLst>
    <p:notesMasterId r:id="rId10"/>
  </p:notesMasterIdLst>
  <p:sldIdLst>
    <p:sldId id="256" r:id="rId6"/>
    <p:sldId id="260" r:id="rId7"/>
    <p:sldId id="261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2"/>
    <p:restoredTop sz="96327"/>
  </p:normalViewPr>
  <p:slideViewPr>
    <p:cSldViewPr snapToGrid="0" snapToObjects="1">
      <p:cViewPr>
        <p:scale>
          <a:sx n="400" d="100"/>
          <a:sy n="400" d="100"/>
        </p:scale>
        <p:origin x="-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14702-D54D-314B-A2C4-B1869AA6BC1B}" type="datetimeFigureOut">
              <a:rPr lang="en-US" smtClean="0"/>
              <a:t>1/19/22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05ED1-EA99-4546-8E04-405ED348A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4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1556" y="2549386"/>
            <a:ext cx="5535678" cy="1202635"/>
          </a:xfrm>
          <a:prstGeom prst="rect">
            <a:avLst/>
          </a:prstGeom>
        </p:spPr>
        <p:txBody>
          <a:bodyPr anchor="b"/>
          <a:lstStyle>
            <a:lvl1pPr algn="ctr">
              <a:defRPr sz="4000" b="1" i="0">
                <a:solidFill>
                  <a:srgbClr val="0069AA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8254" y="3927466"/>
            <a:ext cx="4919452" cy="4116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1">
                <a:solidFill>
                  <a:srgbClr val="0069AA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04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BD594E-D6AF-CC46-8E40-1BBA7705D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1556" y="2549386"/>
            <a:ext cx="5535678" cy="1202635"/>
          </a:xfrm>
          <a:prstGeom prst="rect">
            <a:avLst/>
          </a:prstGeom>
        </p:spPr>
        <p:txBody>
          <a:bodyPr anchor="b"/>
          <a:lstStyle>
            <a:lvl1pPr algn="ctr">
              <a:defRPr sz="4000" b="1" i="0">
                <a:solidFill>
                  <a:srgbClr val="0069AA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2AA3C4-9251-974F-B738-717EAC2B6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8254" y="3927466"/>
            <a:ext cx="4919452" cy="4116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1">
                <a:solidFill>
                  <a:srgbClr val="0069AA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41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895" y="1277470"/>
            <a:ext cx="8168841" cy="4805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129F6C9-76D5-4A42-86BF-58471001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158" y="155885"/>
            <a:ext cx="6565578" cy="4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72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895" y="1277470"/>
            <a:ext cx="8168841" cy="4805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059E5A5-521F-784C-BF23-145540C3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158" y="155885"/>
            <a:ext cx="6565578" cy="4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9030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35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00475" y="457200"/>
            <a:ext cx="4629150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204184"/>
            <a:ext cx="2949575" cy="3664803"/>
          </a:xfrm>
        </p:spPr>
        <p:txBody>
          <a:bodyPr/>
          <a:lstStyle>
            <a:lvl1pPr marL="0" indent="0">
              <a:buNone/>
              <a:defRPr sz="16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55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805070"/>
            <a:ext cx="9144000" cy="60529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9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18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35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82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34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896" y="268872"/>
            <a:ext cx="8168840" cy="4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895" y="1002506"/>
            <a:ext cx="8168841" cy="508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56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069AA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4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66D755-EFF5-3347-A82D-477D5F2F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9FCC65-6AE6-1545-BBF4-00842744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7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5868C-1604-8443-8317-8DF6FE50D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41BCE36-6B2A-CC45-9F54-87443053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158" y="155885"/>
            <a:ext cx="6565578" cy="4626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368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Primary Vertical Logo UWF Blu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Primary Vertical Logo Nautilus Blu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WF Blue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Nautilus Blue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No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Title Primary Vertical Logo UWF Blue</vt:lpstr>
      <vt:lpstr>Title Primary Vertical Logo Nautilus Blue</vt:lpstr>
      <vt:lpstr>UWF Blue Header</vt:lpstr>
      <vt:lpstr>Nautilus Blue Header</vt:lpstr>
      <vt:lpstr>No Header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Olivia Ashcraft</cp:lastModifiedBy>
  <cp:revision>20</cp:revision>
  <dcterms:created xsi:type="dcterms:W3CDTF">2016-08-03T17:54:22Z</dcterms:created>
  <dcterms:modified xsi:type="dcterms:W3CDTF">2022-01-19T21:54:41Z</dcterms:modified>
</cp:coreProperties>
</file>