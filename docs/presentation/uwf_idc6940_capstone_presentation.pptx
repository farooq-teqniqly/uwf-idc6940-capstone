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SCRIPT (~30 seconds):
"Good [morning/afternoon/evening] everyone. Thank you for joining today. My name is Farooq Mahmud,
and this is my capstone presentation for IDC 6940. The project is titled 'Comparing ARIMA and LSTM
for Short-Term Forecasting of Daily Average Uber Trip Duration in New York City.' Over the next 20
minutes I'll walk you through the motivation, the methods, the implementation, the results, and
what I learned from this project.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SCRIPT (~30 seconds):
"Here's a quick roadmap of the presentation. We'll start with the problem and why it matters,
then move through the data, the two models, the implementation experience, the results, and
close with the conclusions and future directions. I'll try to be as concrete as possible
so you can see exactly what was done at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SCRIPT (~1 minute):
"The central question driving this capstone is straightforward: for a short-horizon, univariate
time series, does a classical statistical model-ARIMA-outperform a neural sequence model-LSTM?
This question matters in practice. If you're an operations manager at Uber trying to schedule
drivers two weeks out, you need a reliable forecast. You also need to know whether it's worth
the additional complexity of a deep learning model, or whether a simpler classical approach
gives you equally good-or even better-results.
The specific target variable is the daily average Uber trip duration in minutes in New York City.
We have 366 daily observations for the full year 2024, and we produce a 14-day ahead forecast
with both methods, evaluated on the same test window using two well-established metrics:
sMAPE and MASE."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SCRIPT (~1.5 minutes):
"Let me give a bit more background. Time-series forecasting sits at the heart of statistics and
data science. ARIMA-AutoRegressive Integrated Moving Average-has been the workhorse of
univariate forecasting for decades. It's interpretable, well-understood, and performs
surprisingly well on datasets where the underlying dynamics are relatively simple.
LSTM networks, which are a type of recurrent neural network designed by Hochreiter and
Schmidhuber in 1997, were built specifically to capture long-range temporal dependencies
that vanilla RNNs struggle with because of the vanishing gradient problem. They have become
extremely popular for time-series tasks ranging from financial forecasting to natural language
processing.
The open question this project addresses is whether LSTM's added modeling power is actually
beneficial when you have a relatively small dataset-366 observations-and a univariate setting.
Comparative studies in the literature, like the one cited by Prabhat et al. 2024, show mixed
results and motivate exactly this kind of direct, reproducible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SCRIPT (~1.5 minutes):
"The data come from the New York City Taxi and Limousine Commission, which publishes monthly
parquet files of every High-Volume For-Hire Vehicle trip in New York City. The raw dataset
for 2024 contains over 200 million trip records. Of those, about 179 million belong to Uber,
identified by the license code HV0003.
The preprocessing was done in PySpark running on Google Colab, because the raw files are
simply too large to process on a laptop. After filtering to Uber trips, I derived two new
columns-trip duration in minutes and average speed in miles per hour. I then applied a
two-step outlier removal: first basic range filters to remove physically impossible trips
such as a zero-minute duration or a 200-mile ride, and then an IQR-based filter to remove
statistical outliers. After all of that, about 159 million rows remained, which were
aggregated to a single CSV file with 366 rows-one row per day-containing the date and the
mean trip duration for that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SCRIPT (~1 minute):
"Here's what the final time series looks like. You can see 366 points running from January
through December 2024. There's a clear seasonal pattern-trip durations tend to be longer on
weekdays than on weekends, and there are dips around major holidays. The December 25 dip is
particularly visible. The series is relatively smooth and stationary-looking, which is
actually a favorable property for ARIMA. For LSTM, the weekly oscillation gives the model
a repeating pattern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SCRIPT (~2 minutes):
"Now let me walk through the mathematics. ARIMA stands for AutoRegressive Integrated Moving
Average. The general form is ARIMA(p, d, q). After d rounds of differencing to achieve
stationarity, the model expresses the current value as a linear combination of the p most
recent past values-that's the autoregressive part-plus a linear combination of the q most
recent forecast errors-that's the moving average part-plus white noise.
The R forecast package's auto.arima function automates model selection. It first runs the
Augmented Dickey-Fuller test to determine how many rounds of differencing are needed, then
searches over combinations of p and q, selecting the one that minimizes AIC and BIC.
In this project, auto.arima selected ARIMA(1, 1, 4). That means: one differencing step to
remove the trend and achieve stationarity, an autoregressive term that depends on the most
recent observation, and four moving-average terms that incorporate forecast errors from the
last four time steps. Intuitively, the MA(4) terms help the model recover quickly from
short-term anomalies like an unusual traffic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SCRIPT (~2 minutes):
"The second model is an LSTM network implemented in R using the Keras package. Let me
describe the architecture. The input to the model is a 3-dimensional array: samples,
time steps, and features. Here, features is just 1 since this is a univariate series.
The time steps dimension is the sequence length, which I set to 21 days. I chose 21
because the series shows weekly cycles-weekdays and weekends behave differently. With
three weeks of context, the LSTM sees three full repetitions of the weekly pattern,
giving it enough information to recognize and extrapolate the cycle.
The model has a single LSTM layer with 32 hidden neurons. After the LSTM layer there's a
dropout layer with a rate of 0.2, which randomly zeros out 20% of the neurons during
each training step to reduce overfitting. Finally, a dense output layer with a single
neuron produces the predicted value for the next day.
The model is trained to minimize mean squared error using the Adam optimizer.
Early stopping monitors the validation loss with a patience of 15 epochs and restores
the best weights found during training.
Forecasting is done recursively: I feed the last 21-day window before the test period
to the model, predict day 1, append that prediction to the window, drop the oldest
value, and repeat 14 times to get the full 14-day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SCRIPT (~30 seconds):
"Here's a visual of the LSTM architecture showing how data flows from the input sequence
through the LSTM layer, dropout, and into the single output neuron."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SCRIPT (~1.5 minutes):
"For the experimental design, both models use the same chronological split. The last
14 days of 2024-December 18 through December 31-are held out as the test set. The
preceding 30 days form the validation set, and all remaining data is training.
This strict chronological split is essential. You must never train on future data
when evaluating a time series model, because that would leak future information and
produce artificially optimistic results.
Both models are evaluated on the exact same 14 test days using two metrics. sMAPE-
symmetric mean absolute percentage error-is scale-independent and symmetric, treating
over- and under-forecasting equally. MASE-mean absolute scaled error-benchmarks
the forecast against a naive forecast on the training data. A naive foreacast meaning the last known value is used.
A MASE below 1 means the model beats the naive forecast; above 1 means it doesn't. Since sMAPE is
returned as a proportion by the R Metrics package, I multiply by 100 to express it
as a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SCRIPT (~2 minutes):
"Now let me talk about the code and implementation, because this is where a lot of the
real work happened.
The code is entirely original. I did not copy from any specific GitHub repository.
The PySpark preprocessing pipeline-all the filtering, cleaning, and aggregation-I
wrote from scratch for this project, guided by the PySpark documentation and the
structure of the NYC TLC data dictionary.
The R LSTM pipeline follows well-known patterns documented in the Keras time series
tutorial and the rwanjohi LSTM-in-R repository. However, the specific combination
of the functional Keras API, custom create_sequences function, min-max scaling
recursive forecasting loop, and MASE/sMAPE evaluation is original code
I wrote for this project.
I actually spent a good part of the project searching public GitHub repos to check
whether similar code existed. The conclusion was that no single public repository
contains code substantially identical to the capstone's appendix. The closest
conceptual matches are the Keras official time series tutorial-which the paper
already cites-and rwanjohi's LSTM R repo, which uses a different API style and
differencing-based preprocessing rather than sliding windows.
The biggest implementation challenge was LSTM reproducibility, which I'll talk
about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SCRIPT (~2 minutes):
"The single biggest challenge in the implementation was LSTM reproducibility. Unlike
ARIMA, which is a deterministic algorithm given the same data, LSTM training is
stochastic. The randomness comes from three sources: weight initialization, the
random validation split during training, and dropout during each forward pass.
I attempted to fix the random seed using TensorFlow's set_random_seed and R's
set.seed, but in our environment-R with Keras on Windows-seed fixing did not produce
consistent results across runs. The sMAPE and MASE values shifted noticeably from
run to run.
The solution I adopted was to run the LSTM pipeline five independent times and report
the mean and standard deviation of the metrics across those five runs. This gives a
statistically honest summary: you can see both the central tendency and the variability
of the LSTM's performance, which makes the comparison with the deterministic ARIMA
result much more meaningful.
A second challenge was infrastructure. I chose Google Colab to avoid the hassle of
setting up PySpark locally-Colab provides a ready-to-use environment with just a
pip install. The full pipeline ran in about 14 minutes on 200 million rows. Looking at
the cell-level timings, three steps dominated: the IQR calculation took about 6 minutes-that's
over 40% of the total runtime-because approxQuantile has to scan the full dataset for each
column. The Uber filter plus count action took another 2.6 minutes, and the descriptive
statistics call took 1.7 minutes. Everything else was negligible. I used PySpark's
approxQuantile function, which is approximate by design but fast enough at this scale,
and accurate enough for outlier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SCRIPT (~1.5 minutes):
"Let's look at the results. This plot shows the ARIMA 14-day point forecast together
with the 80% and 95% prediction intervals, compared against the actual values.
Most of the actual values fall within the 95% prediction interval, which is good. A couple of points-particularly
around Christmas-fall at the edge of or outside the 80% interval, reflecting the
holiday-driven deviation that neither model anticipated."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SCRIPT (~2 minutes):
"Now let's add LSTM to the picture. Overlaying the two forecasts, LSTM is slightly
smoother than ARIMA with a gentle downward trend, reflecting that the network is
averaging toward the historical mean and picking up a slight downward signal in the
recent data. But like ARIMA, it missed the Christmas dip entirely.
The metric table tells the story. ARIMA achieved an sMAPE of 7.58% and a MASE of
1.93. The LSTM averaged an sMAPE of 8.05% plus or minus 0.34 percentage points, and
a MASE of 2.09 plus or minus 0.09, across five independent runs.
On both metrics, ARIMA edged out LSTM. The gap is modest-less than half a percentage
point on sMAPE-but it's consistent. Worth noting: both models have MASE above 1,
which means neither beats a naive forecast on this test window. That's
an honest result-the 14-day holiday period is simply hard to forecast with a
univariate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SCRIPT (~1.5 minutes):
"The LSTM training and validation loss curves both decrease quickly in early epochs and
then flatten. The diamond markers indicate the epochs where the minimum training loss
and minimum validation loss occurred. There is no sign of overfitting: the
validation loss doesn't rise while the training loss continues to fall. Both
curves stabilize well within the 100-epochs, confirming that early stopping
fired appropriately and that additional epochs would not have improved the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SCRIPT (~1.5 minutes):
"So what do these results mean? A few key interpretations.
First, for a short-horizon univariate forecasting problem with only 366 training
observations, ARIMA is a strong baseline. It is deterministic, interpretable, and
runs in seconds. The LSTM, by contrast, requires careful hyperparameter tuning,
careful handling of scaling, early stopping, and multiple runs to get a stable metric
estimate. All that extra complexity yielded a slightly worse result.
Second, both models struggled with holiday effects. December 25 saw a sharp drop
in average trip duration, likely because fewer riders take longer trips on Christmas
Day. A univariate model with no calendar features simply cannot anticipate this.
Third, the LSTM's run-to-run variability-roughly ±0.34 sMAPE points-is not negligible.
When two models are separated by less than half a percentage point, that variability
matters. Reporting a single LSTM run would be misleading.
The broader takeaway is that the assumption 'deep learning is always better' does
not hold in small-data, short-horizon settings. ARIMA's simplicity is a strength
when data are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SCRIPT (~1 minute):
"Let me summarize the conclusions. The capstone set out to answer a concrete question:
ARIMA or LSTM for 14-day forecasting of daily Uber trip duration? The answer is that
ARIMA performed slightly better on sMAPE and MASE in this controlled experiment.
The work contributes a fully reproducible pipeline-from a 200-million-row PySpark ETL
all the way through to metric evaluation-that others can replicate and extend. The honest
reporting of LSTM variability across five runs adds statistical rigor that a single
reported run would lack.
The result is not a blanket endorsement of ARIMA over neural networks. It's a concrete,
data-driven demonstration that in the right conditions-small sample, univariate,
short horizon-classical methods remain competitive. Choosing the right tool requires
understanding both the data and the limitations of each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SCRIPT (~45 seconds):
"Looking forward, there are three concrete directions to extend this work.
First and most impactful: extend the dataset. More years of NYC TLC data would give
the LSTM far more training sequences and might change the comparison result. A model
trained on three or four years of data versus one year is a fundamentally different
experiment, and would let us reassess whether ARIMA's advantage holds.
Second, add external variables. Weather data, holiday indicators, and day-of-week
features are readily available and would likely help both models-but especially LSTM,
which can incorporate multivariate inputs naturally.
Third, improve reproducibility. Exploring deterministic training options in TensorFlow
could resolve the seed-fixing issue and eliminate the need for averaging across
multiple runs to get stable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SCRIPT (~30 seconds):
"Thank you for your time. The code, data, and outputs for this project are all
publicly available via the GitHub release linked in the paper. I'm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Comparing ARIMA and LSTM for Short-Term Forecasting of Daily Average Uber Trip Duration in NYC</dc:title>
  <dc:subject>PptxGenJS Presentation</dc:subject>
  <dc:creator>Created by Marp</dc:creator>
  <cp:lastModifiedBy>Created by Marp</cp:lastModifiedBy>
  <cp:revision>1</cp:revision>
  <dcterms:created xsi:type="dcterms:W3CDTF">2026-03-25T00:22:44Z</dcterms:created>
  <dcterms:modified xsi:type="dcterms:W3CDTF">2026-03-25T00:22:44Z</dcterms:modified>
</cp:coreProperties>
</file>